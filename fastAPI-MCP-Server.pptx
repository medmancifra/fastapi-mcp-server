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dirty="0" err="1">
                <a:solidFill>
                  <a:srgbClr val="FFFFFF"/>
                </a:solidFill>
                <a:latin typeface="Calibri"/>
              </a:rPr>
              <a:t>FastAPI</a:t>
            </a:r>
            <a:r>
              <a:rPr sz="5400" b="1" dirty="0">
                <a:solidFill>
                  <a:srgbClr val="FFFFFF"/>
                </a:solidFill>
                <a:latin typeface="Calibri"/>
              </a:rPr>
              <a:t>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06B6D4"/>
                </a:solidFill>
                <a:latin typeface="Calibri"/>
              </a:rPr>
              <a:t>Image Intelligence via MCP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0C0D0"/>
                </a:solidFill>
                <a:latin typeface="Calibri"/>
              </a:rPr>
              <a:t>OCR  ·  Barcode Scanning  ·  JWT Auth  · 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2196" y="4813976"/>
            <a:ext cx="103601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</a:rPr>
              <a:t>член(ы) команды (звездная вселенная):</a:t>
            </a:r>
          </a:p>
          <a:p>
            <a:pPr algn="ctr"/>
            <a:r>
              <a:rPr sz="2000" b="1" dirty="0" err="1">
                <a:solidFill>
                  <a:srgbClr val="C0C0D0"/>
                </a:solidFill>
                <a:latin typeface="Calibri"/>
              </a:rPr>
              <a:t>Команда</a:t>
            </a:r>
            <a:r>
              <a:rPr lang="en-US" sz="2000" b="1" dirty="0">
                <a:solidFill>
                  <a:srgbClr val="C0C0D0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C0C0D0"/>
                </a:solidFill>
                <a:latin typeface="Calibri"/>
              </a:rPr>
              <a:t>: Бинтанг &amp; </a:t>
            </a:r>
            <a:r>
              <a:rPr sz="2000" b="1" dirty="0" err="1">
                <a:solidFill>
                  <a:srgbClr val="C0C0D0"/>
                </a:solidFill>
                <a:latin typeface="Calibri"/>
              </a:rPr>
              <a:t>Дмитрий</a:t>
            </a:r>
            <a:br>
              <a:rPr lang="en-US" sz="2000" b="1" dirty="0">
                <a:solidFill>
                  <a:srgbClr val="C0C0D0"/>
                </a:solidFill>
                <a:latin typeface="Calibri"/>
              </a:rPr>
            </a:br>
            <a:endParaRPr sz="2000" b="1" dirty="0">
              <a:solidFill>
                <a:srgbClr val="C0C0D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01  Проблема и цель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029200"/>
          </a:xfrm>
          <a:prstGeom prst="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AI-агентам нужны инструменты для работы с неструктурированными данными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Изображения содержат текст и штрих-коды — важные бизнес-данные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Нет стандартного способа подключить vision-инструменты к LLM-агентам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Разработчики вынуждены писать обёртки вручную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394960" cy="5029200"/>
          </a:xfrm>
          <a:prstGeom prst="rect">
            <a:avLst/>
          </a:prstGeom>
          <a:solidFill>
            <a:srgbClr val="1E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C55E"/>
                </a:solidFill>
                <a:latin typeface="Calibri"/>
              </a:rPr>
              <a:t>Цель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Предоставить MCP-сервер с готовыми vision-инструментами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Стандартный протокол: любой MCP-клиент подключается без кода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Два инструмента из коробки: OCR + Barcode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Безопасность через JWT (Descope / RS256)</a:t>
            </a:r>
          </a:p>
          <a:p>
            <a:pPr algn="l"/>
            <a:r>
              <a:rPr sz="1500">
                <a:solidFill>
                  <a:srgbClr val="C0C0D0"/>
                </a:solidFill>
                <a:latin typeface="Calibri"/>
              </a:rPr>
              <a:t>•  Одна команда для запуска: docker-compose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02  Схема агентной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1005840"/>
            <a:ext cx="7772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6B6D4"/>
                </a:solidFill>
                <a:latin typeface="Courier New"/>
              </a:rPr>
              <a:t>MCP Client / Claude Code / Inspector
               │
               ▼  (HTTP + MCP Protocol)
┌──────────────────────────────────────┐
│        FastAPI MCP Server (:8000)    │
│  ┌────────────┐  ┌────────────────┐  │
│  │  /mcp/ocr  │  │ /mcp/scan-     │  │
│  │ Tesseract  │  │    barcode     │  │
│  │  + Pillow  │  │  pyzbar+Pillow │  │
│  └─────┬──────┘  └──────┬─────────┘  │
│        └────────┬────────┘            │
│         Descope JWT Auth (RS256)      │
└──────────────────────────────────────┘
               │
               ▼
         Docker Container
      python:3.11-slim + system libs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03  Агенты и роли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Calibri"/>
              </a:rPr>
              <a:t>Claude Code (AI 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09728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Анализ требований, генерация кода, написание тестов, ревью PR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Calibri"/>
              </a:rPr>
              <a:t>Разработчик (Human)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14884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Постановка задачи, ревью результата, решение архитектурных вопросов, финальное одобрение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Calibri"/>
              </a:rPr>
              <a:t>GitHub Actions (CI/CD)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00400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Автоматический запуск тестов при каждом push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Calibri"/>
              </a:rPr>
              <a:t>Docker (Runtime)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25195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Изолированная среда с системными зависимостями (tesseract, libzbar0)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12079"/>
            <a:ext cx="11430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25779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C0D0"/>
                </a:solidFill>
                <a:latin typeface="Calibri"/>
              </a:rPr>
              <a:t>Descope (Auth Provider)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303519"/>
            <a:ext cx="7589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Выдача JWT-токенов, JWKS endpoint для верификации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04  Процесс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1. Анализ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09728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Изучение репозитория: main.py, mcp.py, tools/, auth/. Понимание стека (FastAPI-MCP, Descope, Pillow, pyzbar).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2. Проектирование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0312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Выбор структуры DEMO.md по требованиям. Определение слайдов презентации. Выявление бага: Dockerfile без системных зависимостей.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1752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  <a:latin typeface="Calibri"/>
              </a:rPr>
              <a:t>3. Разработка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10896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DEMO.md с 2 рабочими сценариями. presentation.pptx (9 слайдов). Исправление Dockerfile (tesseract-ocr, libzbar0).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Calibri"/>
              </a:rPr>
              <a:t>4. Тестирование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1480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Проверка структуры DEMO.md на соответствие требованиям. Smoke-тест curl-команд. Верификация pptx через python-pptx.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2011680" cy="822960"/>
          </a:xfrm>
          <a:prstGeom prst="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 Публикация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120640"/>
            <a:ext cx="9235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Коммит на ветку issue-1-5e7bb470dd67. Push. Обновление PR #2.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05  MCP-инструменты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120640"/>
          </a:xfrm>
          <a:prstGeom prst="rect">
            <a:avLst/>
          </a:prstGeom>
          <a:solidFill>
            <a:srgbClr val="1E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7C3AED"/>
                </a:solidFill>
                <a:latin typeface="Calibri"/>
              </a:rPr>
              <a:t>optical-character-recognition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B6D4"/>
                </a:solidFill>
                <a:latin typeface="Courier New"/>
              </a:rPr>
              <a:t>POST /mcp/ocr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Вход: image_url (HttpUrl)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Загружает изображение по URL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Открывает с Pillow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Распознаёт текст через Tesseract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Выход: {"text": "..."}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Библиотеки: pytesseract, Pillow, Requests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394960" cy="5120640"/>
          </a:xfrm>
          <a:prstGeom prst="rect">
            <a:avLst/>
          </a:prstGeom>
          <a:solidFill>
            <a:srgbClr val="1A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2C55E"/>
                </a:solidFill>
                <a:latin typeface="Calibri"/>
              </a:rPr>
              <a:t>scan-barcode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B6D4"/>
                </a:solidFill>
                <a:latin typeface="Courier New"/>
              </a:rPr>
              <a:t>POST /mcp/scan-barcode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Вход: barcode_url (HttpUrl)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Загружает изображение через httpx async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Конвертирует в RGB через Pillow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Декодирует через pyzbar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Выход: {"success": true, "barcodes": [...]}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Библиотеки: pyzbar, Pillow, httpx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06  Контроль качества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Unit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1155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tests/test_mcp.py — проверка /health и /mcp endpoints через AsyncClient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Smoke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299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Последовательные curl-запросы: health → mcp → ocr → scan-barcode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  <a:latin typeface="Calibri"/>
              </a:rPr>
              <a:t>Auth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44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JWT валидация через Descope JWKS; 401/403 при отсутствии или невалидном токене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8587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Calibri"/>
              </a:rPr>
              <a:t>Dockerfile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8587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Добавлены system packages: tesseract-ocr, libzbar0, libzbar-dev (без них pytesseract и pyzbar падают)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7731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773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Diff проверен: изменения соответствуют требованиям, нет регрессий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77840"/>
            <a:ext cx="2286000" cy="7315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6875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C0D0"/>
                </a:solidFill>
                <a:latin typeface="Calibri"/>
              </a:rPr>
              <a:t>DEMO.md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6875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C0D0"/>
                </a:solidFill>
                <a:latin typeface="Calibri"/>
              </a:rPr>
              <a:t>Каждый шаг сценария проверен на соответствие реальному поведению кода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07  Выводы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120640"/>
          </a:xfrm>
          <a:prstGeom prst="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</a:rPr>
              <a:t>✓  Что сработало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fastapi-mcp автоматически генерирует MCP-интерфейс из FastAPI-роутов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Descope + PyJWKClient: простая и надёжная JWT-валидация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Pillow + Tesseract: стабильное OCR без GPU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pyzbar: быстрое декодирование без ML-модели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Docker Compose: воспроизводимая среда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Claude Code ускорил анализ кода и написание документации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394960" cy="5120640"/>
          </a:xfrm>
          <a:prstGeom prst="rect">
            <a:avLst/>
          </a:prstGeom>
          <a:solidFill>
            <a:srgbClr val="2E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Calibri"/>
              </a:rPr>
              <a:t>✗  Что не сработало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Dockerfile не включал системные пакеты (tesseract-ocr, libzbar0) — сервер падал при старте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code_analizer.py (опечатка в имени файла) — неиспользуемый мёртвый код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Тесты не покрывают OCR/barcode endpoints (нет мока для внешних URL)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Отсутствует .env.example — усложняет онбординг новых разработчиков</a:t>
            </a:r>
          </a:p>
          <a:p>
            <a:pPr algn="l"/>
            <a:r>
              <a:rPr sz="1400">
                <a:solidFill>
                  <a:srgbClr val="C0C0D0"/>
                </a:solidFill>
                <a:latin typeface="Calibri"/>
              </a:rPr>
              <a:t>•  Нет rate limiting — уязвимость к DoS-атакам на OCR endpoint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</a:rPr>
              <a:t>08  Что бы улучшили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C3AED"/>
                </a:solidFill>
                <a:latin typeface="Calibri"/>
              </a:rPr>
              <a:t>Тесты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1704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Добавить тесты с mocking HTTP-запросов (respx/httpretty) для OCR и barcode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2C55E"/>
                </a:solidFill>
                <a:latin typeface="Calibri"/>
              </a:rPr>
              <a:t>Rate Limiting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0848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SlowAPI / FastAPI middleware для ограничения частоты запросов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97316"/>
                </a:solidFill>
                <a:latin typeface="Calibri"/>
              </a:rPr>
              <a:t>GPU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9923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EasyOCR / PaddleOCR для лучшего качества на сложных изображениях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49039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B6D4"/>
                </a:solidFill>
                <a:latin typeface="Calibri"/>
              </a:rPr>
              <a:t>QR 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913631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Добавить QR-code generation как третий MCP-инструмент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8006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828031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OpenTelemetry + Prometheus metrics для мониторинга продакшена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77840"/>
            <a:ext cx="2286000" cy="777240"/>
          </a:xfrm>
          <a:prstGeom prst="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715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C0D0"/>
                </a:solidFill>
                <a:latin typeface="Calibri"/>
              </a:rPr>
              <a:t>.env.example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742431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C0D0"/>
                </a:solidFill>
                <a:latin typeface="Calibri"/>
              </a:rPr>
              <a:t>Шаблон конфига для быстрого онбординга разработчиков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FastAPI MCP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6B6D4"/>
                </a:solidFill>
                <a:latin typeface="Calibri"/>
              </a:rPr>
              <a:t>Image Intelligence через открытый протокол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383280"/>
            <a:ext cx="578815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601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C0C0D0"/>
                </a:solidFill>
                <a:latin typeface="Calibri"/>
              </a:rPr>
              <a:t>github.com/</a:t>
            </a:r>
            <a:r>
              <a:rPr sz="2400" b="1" dirty="0" err="1">
                <a:solidFill>
                  <a:srgbClr val="C0C0D0"/>
                </a:solidFill>
                <a:latin typeface="Calibri"/>
              </a:rPr>
              <a:t>medmancifra</a:t>
            </a:r>
            <a:r>
              <a:rPr sz="2400" b="1" dirty="0">
                <a:solidFill>
                  <a:srgbClr val="C0C0D0"/>
                </a:solidFill>
                <a:latin typeface="Calibri"/>
              </a:rPr>
              <a:t>/</a:t>
            </a:r>
            <a:r>
              <a:rPr sz="2400" b="1" dirty="0" err="1">
                <a:solidFill>
                  <a:srgbClr val="C0C0D0"/>
                </a:solidFill>
                <a:latin typeface="Calibri"/>
              </a:rPr>
              <a:t>fastAPI</a:t>
            </a:r>
            <a:r>
              <a:rPr sz="2400" b="1" dirty="0">
                <a:solidFill>
                  <a:srgbClr val="C0C0D0"/>
                </a:solidFill>
                <a:latin typeface="Calibri"/>
              </a:rPr>
              <a:t>-MCP-server</a:t>
            </a:r>
          </a:p>
          <a:p>
            <a:pPr algn="l"/>
            <a:r>
              <a:rPr sz="2400" dirty="0" err="1">
                <a:solidFill>
                  <a:srgbClr val="C0C0D0"/>
                </a:solidFill>
                <a:latin typeface="Calibri"/>
              </a:rPr>
              <a:t>Инструменты</a:t>
            </a:r>
            <a:r>
              <a:rPr sz="2400" dirty="0">
                <a:solidFill>
                  <a:srgbClr val="C0C0D0"/>
                </a:solidFill>
                <a:latin typeface="Calibri"/>
              </a:rPr>
              <a:t>: OCR + Barcode  |  Auth: Descope JWT</a:t>
            </a:r>
          </a:p>
          <a:p>
            <a:pPr algn="l"/>
            <a:r>
              <a:rPr sz="2400" dirty="0">
                <a:solidFill>
                  <a:srgbClr val="C0C0D0"/>
                </a:solidFill>
                <a:latin typeface="Calibri"/>
              </a:rPr>
              <a:t>Stack: </a:t>
            </a:r>
            <a:r>
              <a:rPr sz="2400" dirty="0" err="1">
                <a:solidFill>
                  <a:srgbClr val="C0C0D0"/>
                </a:solidFill>
                <a:latin typeface="Calibri"/>
              </a:rPr>
              <a:t>FastAPI</a:t>
            </a:r>
            <a:r>
              <a:rPr sz="2400" dirty="0">
                <a:solidFill>
                  <a:srgbClr val="C0C0D0"/>
                </a:solidFill>
                <a:latin typeface="Calibri"/>
              </a:rPr>
              <a:t> · </a:t>
            </a:r>
            <a:r>
              <a:rPr sz="2400" dirty="0" err="1">
                <a:solidFill>
                  <a:srgbClr val="C0C0D0"/>
                </a:solidFill>
                <a:latin typeface="Calibri"/>
              </a:rPr>
              <a:t>FastAPI</a:t>
            </a:r>
            <a:r>
              <a:rPr sz="2400" dirty="0">
                <a:solidFill>
                  <a:srgbClr val="C0C0D0"/>
                </a:solidFill>
                <a:latin typeface="Calibri"/>
              </a:rPr>
              <a:t>-MCP · Pillow · Tesseract · </a:t>
            </a:r>
            <a:r>
              <a:rPr sz="2400" dirty="0" err="1">
                <a:solidFill>
                  <a:srgbClr val="C0C0D0"/>
                </a:solidFill>
                <a:latin typeface="Calibri"/>
              </a:rPr>
              <a:t>pyzbar</a:t>
            </a:r>
            <a:r>
              <a:rPr sz="2400" dirty="0">
                <a:solidFill>
                  <a:srgbClr val="C0C0D0"/>
                </a:solidFill>
                <a:latin typeface="Calibri"/>
              </a:rPr>
              <a:t>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360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 err="1">
                <a:solidFill>
                  <a:srgbClr val="C0C0D0"/>
                </a:solidFill>
                <a:latin typeface="Calibri"/>
              </a:rPr>
              <a:t>Команда</a:t>
            </a:r>
            <a:r>
              <a:rPr sz="2000" b="1" dirty="0">
                <a:solidFill>
                  <a:srgbClr val="C0C0D0"/>
                </a:solidFill>
                <a:latin typeface="Calibri"/>
              </a:rPr>
              <a:t>: Бинтанг &amp; </a:t>
            </a:r>
            <a:r>
              <a:rPr sz="2000" b="1" dirty="0" err="1">
                <a:solidFill>
                  <a:srgbClr val="C0C0D0"/>
                </a:solidFill>
                <a:latin typeface="Calibri"/>
              </a:rPr>
              <a:t>Дмитрий</a:t>
            </a:r>
            <a:endParaRPr sz="2000" b="1" dirty="0">
              <a:solidFill>
                <a:srgbClr val="C0C0D0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839</Words>
  <Application>Microsoft Office PowerPoint</Application>
  <PresentationFormat>Custom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BASWAM</dc:creator>
  <cp:keywords/>
  <dc:description>generated using python-pptx</dc:description>
  <cp:lastModifiedBy>Bintang Alam Semesta W.A.M</cp:lastModifiedBy>
  <cp:revision>3</cp:revision>
  <dcterms:created xsi:type="dcterms:W3CDTF">2013-01-27T09:14:16Z</dcterms:created>
  <dcterms:modified xsi:type="dcterms:W3CDTF">2026-03-02T23:22:31Z</dcterms:modified>
  <cp:category/>
</cp:coreProperties>
</file>